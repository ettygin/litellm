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להציג כחקירה סגורה עם תיקון שכבר מומש ונבדק ב-fork שלנו. מטרת הפגישה היא אישור מסלול ההטמעה, לא דיון באבחון.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ההנהלה רוצה את צורת הבעיה ושהיא נפתרה. השורה החשובה ביותר: הבאג מותנה בקונפיגורציה, ולכן אפשר לתאר את רדיוס הפגיעה במדויק.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להדגיש השפעה עסקית: סוכנים שנראה כאילו 'מוותרים' באמצע משימה, קריאות כלי שבורות, ניסיונות חוזרים שעולים בטוקנים ובזמן. שני הסימפטומים נובעים מסיבות שונות; נפריד ביניהם בהמשך.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שקופית 'האקדח המעשן'. שיטה: להפעיל log_raw_request_response: true, ללכוד בקשה כושלת אחת, ולהשוות שלושה מספרים (max_tokens שהלקוח שלח, max_tokens שיצא ב-payload, והנתונים שהספק דיווח).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בדיקת השוויון הייתה פרוקסי סביר ב-2023 כשמודלי חלון משותף שלטו. הבאג: הפרוקסי הזה כבר לא אמין ברישום המודלים הנוכחי.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שני מצבי כשל. אחד, סיכון underflow: פרומפט גדול מקריס את הערך לכיוון אפס (הקוד שומר מפני שלילי ממש, אבל הערך עדיין יוצא הרבה מתחת למבוקש). שניים, ה-buffer מוכח כקטן מטעות החיסור של tiktoken על מנגנוני Claude ו-Llama.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השקופית ששומרת עלינו מדויקים. הסיפור המפתה אך השגוי: 'ל-LiteLLM יש off-by-one שמוסיף חלון ועוד אחד'. בדקנו כל נתיב; ה-off-by-one הזה לא קיים. אל תוותרו על השקופית הזו.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לכן 'modify_params: false' גורף אינו ההמלצה: הדגל עמוס מדי ושולט גם בשכתוב הבאגי וגם בתיקוני פורמט שימושיים של Anthropic/Bedrock. צריך תיקון שמשבית רק את השכתוב.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המיטיגציה המהירה והבטוחה ביותר; לבצע בכל מקרה. הכרחי אך לא מספיק לבד.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שקיפות: בנינו את תנאי ה-mode, לא toggle של משתנה סביבה (שנשקל כחלופה). הסתייגות הוגנת ל-reviewers: mode == 'completion' הוא פרוקסי היוריסטי, לא ערובה; אם מודל חלון-משותף אמיתי יירשם אי-פעם כ-chat, הוא ידלג על הכיווץ ויסתמך על אכיפת הספק, וזו עסקה מקובלת.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הדרך המהירה ביותר להגן על הפרודקשן היום בלי fork ובלי להמתין למיזוג upstream. נקודת patch לגיטימית כי הפונקציה נפתרת דרך lazy-import cache. לשלב עם פתרון א' כדי שגם מודלים ששכחנו לדרוס יהיו מוגנים. הטיעון *kwargs קולט את כל ששת הארגומנטים שה-wrapper שולח.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להציג את השכבתיות. איננו בוחרים אחד ופוסלים את האחרים.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שלב האימות חשוב לאישור. לפי המוסכמות שלנו, הוכחת תיקון צריכה להיות proxy אמיתי מול ספק אמיתי: מצב 'לפני' מתעד MODIFYING MAX TOKENS עם ערך מכווץ; מצב 'אחרי' מעביר את ערך הלקוח כמות שהוא.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להקצות אחראי ותאריך לכל שורה בפגישה. פריט הניטור הופך את זה מתיקון חד-פעמי לשומר רגרסיה.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להשאיר את השקופית פתוחה ב-Q&amp;A כדי שכל מהנדס יוכל לקפוץ ישר לקוד הרלוונטי.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1695" cy="82296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קטיעת max_tokens שקטה ב-LiteLLM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9D2E0"/>
                </a:solidFill>
                <a:latin typeface="Arial"/>
              </a:rPr>
              <a:t>ניתוח שורש הבעיה, דרכי הפתרון ותוכנית ההטמעה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4A2B"/>
                </a:solidFill>
                <a:latin typeface="Arial"/>
              </a:rPr>
              <a:t>חקירה הנדסית  |  LiteLLM 1.88.1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FB8C8"/>
                </a:solidFill>
                <a:latin typeface="Arial"/>
              </a:rPr>
              <a:t>קטיעת תשובות מוקדמת אצל סוכני AI: אבחון, תיקון והטמעה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קראו את זה אם כלום אחר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תקציר מנהלים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תשובות של סוכנים נקטעו באמצע; חלק מהבקשות נכשלו לחלוטין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LiteLLM שכתב בשקט את max_tokens של הלקוח לפני השליחה לספק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נגרם מהיוריסטיקה ישנה שמסווגת בטעות מודלים מודרניים עם חלון הקשר גדול כמודלי חלון משותף ישנים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מופעל אך ורק כאשר מוגדר modify_params: true, ולכן רדיוס הפגיעה ידוע במדויק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תוקן עם תנאי בודד; קיימות שלוש דרכי הטמעה, מהגדרה ללא קוד ועד תיקון ב-upstream 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הסימפטום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מה המשתמשים ראו בפועל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תשובות שנקטעו מוקדם עם finish_reason: "length" (פורמט OpenAI) או stop_reason: "max_tokens" (פורמט Anthropic)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ככל שהשיחה ארוכה יותר, הקטיעה חמורה יותר, כי הקיצוץ גדל עם גודל הפרומפט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וריאנט שני, מטריד יותר: כשל קשיח עם ContextWindowExceeded או 400 מהספק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לא עקבי ותלוי-קונפיגורציה, ולכן היה קשה לאיתור 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ההוכחה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חתימת הלוג שאישרה את הבאג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עם --detailed_debug, ה-proxy מדפיס שורה מילולית: MODIFYING MAX TOKENS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השורה מציגה את user_max_tokens המקורי, את input_tokens שנספרו ואת max_output_tokens של המודל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השוואה בין הערך שהלקוח שלח לבין ה-payload שיצא מה-proxy הראתה שהם שונים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זה הוכיח שהקטיעה מקורה בתוך LiteLLM, לא בלקוח ולא בספק  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184648"/>
            <a:ext cx="10607040" cy="11521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MODIFYING MAX TOKENS - user_max_tokens=200000, input_tokens=4210,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                       max_output_tokens=200000   -&gt;  result=195790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שורש הבעיה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get_modified_max_tokens בקובץ token_counter.py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כש-modify_params פעיל, LiteLLM מחשב מחדש את max_tokens בכל בקשה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Case 1 מופעל רק כאשר model_info["max_input_tokens"] == max_output_tokens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ההנחה: גבולות שווים פירושם חלון משותף אחד (כמו gpt-3.5-turbo הישן)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ואז הוא מחסיר את הפרומפט: max_tokens = max_output - input_tokens - buffer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ה-buffer דק: max(0.1 * input_tokens, 10), מבוסס על הערכת טוקנים מקומית  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שורש הבעיה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למה זה נכשל במודלים מודרניים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מאות מודלי chat מודרניים מציגים גבולות קלט ופלט שווים ברישום, אך בפועל יש להם תקציבים עצמאיים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דוגמאות: רשומות 256K/256K, וכן הקונפיגורציה שלנו עם 200,000 טוקנים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עבורם LiteLLM מחסיר בטעות את כל הפרומפט מתקרת הפלט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התוצאה: max_tokens מתכווץ ככל שהשיחה גדלה, וקוטע תשובות ארוכות של סוכנים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tiktoken מעריך בחסר מנגנוני טוקניזציה שאינם של OpenAI ב-15 עד 20 אחוז, יותר מה-buffer של 10 אחוז  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דיוק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קטיעה מול כשל קשיח: סיבות שונות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קטיעה שקטה: נגרמת ישירות מהשכתוב של LiteLLM שמכווץ את max_tokens. באג מאומת של LiteLLM.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כשל קשיח ContextWindowExceeded: החשבון בהודעת השגיאה מחושב על-ידי הספק, עם הטוקנייזר האמיתי שלו, ורק מועבר דרך LiteLLM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ב-LiteLLM אין בדיקת off-by-one מקדימה של prompt + max_tokens מול החלון; השגיאה נאכפת בצד הספק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התרומה האמיתית של LiteLLM למקרה הקשיח: ה-buffer הנוטה להערכת חסר עלול להשאיר את הערך המשוכתב מעל התקציב בפרומפטים גדולים  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רדיוס הפגיעה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מתי זה באמת מופעל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רק כאשר litellm.modify_params (או LITELLM_MODIFY_PARAMS) מופעל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חל על chat completions, async completions, ועל נתיב /v1/messages של Anthropic (כלומר Claude Code בתחום)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לא מופעל כש-modify_params כבוי, אבל כיבוי גלובלי שלו משבית התנהגויות שימושיות אחרות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ההתנהגויות האלה כוללות תיקון קריאות-כלי של Anthropic וניקוי הודעות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האם זה גורם נזק תלוי בנתוני הרישום של כל deployment 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פתרון א'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תיקון רישום המודלים (Registry) ושלבי היישום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לדרוס model_info לכל deployment כך שגבולות הקלט והפלט יהיו ריאליים ושונים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1: לאתר כל מודל שבו max_input_tokens שווה ל-max_output_tokens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2: להגדיר ערכים נכונים, למשל 200,000 קלט מול 4,096 או 64,000 פלט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3: לטעון מחדש את ה-proxy ולוודא ש-MODIFYING MAX TOKENS נעלם מהלוג  •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55B66"/>
                </a:solidFill>
                <a:latin typeface="Arial"/>
              </a:rPr>
              <a:t>יתרון: אפס שינוי קוד, גם משפר ניתוב ומעקב עלויות. חיסרון: תלוי במשמעת קונפיגורציה בכל רשומה  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321808"/>
            <a:ext cx="10607040" cy="1060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model_list: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 - model_name: my-model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   litellm_params: { model: ... }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    model_info: { max_input_tokens: 200000, max_output_tokens: 4096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פתרון ב'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תיקון הלוגיקה במקור (Upstream) ושלבי היישום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1: להוסיף תנאי שהכיווץ יחול רק על מודלים ישנים אמיתיים: mode == "completion" בנוסף לבדיקת השוויון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2: אומת מול הרישום החי: מודלי completion ישנים עדיין מתכווצים נכון; מודלי chat עם גבולות שווים עוברים passthrough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3: מומש ב-fork שלנו עם בדיקות רגרסיה לשני התרחישים; lint ו-formatter נקיים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שלב 4: לפתוח Pull Request ל-upstream כדי שנפסיק להחזיק patch פרטי  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184648"/>
            <a:ext cx="10607040" cy="11521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if (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   _model_info["max_input_tokens"] == max_output_tokens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    and _model_info.get("mode") == "completion"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):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   ...  # only legacy shared-window models shrink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פתרון ג'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MONKEY PATCH בזמן ריצה (Runtime Override)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62C"/>
                </a:solidFill>
                <a:latin typeface="Arial"/>
              </a:rPr>
              <a:t>מחליפים בעלייה את מצביע הפונקציה המטמון ל-passthrough; מנטרל רק את השכתוב, כל שאר התנהגויות modify_params נשמרות. שורד pip install -U litellm.  •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5B66"/>
                </a:solidFill>
                <a:latin typeface="Arial"/>
              </a:rPr>
              <a:t>יישום: לשמור את הקובץ, ולהפנות אליו ב-litellm_settings: callbacks כך שייטען בעליית ה-proxy לפני הבקשה הראשונה.  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881360" cy="1874519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538728"/>
            <a:ext cx="10607040" cy="16550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# litellm_patch.py  -  loaded once at proxy startup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import litellm._lazy_imports as _li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def _passthrough_max_tokens(*, user_max_tokens=None, **kwargs):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   return user_max_tokens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 rtl="0">
              <a:spcAft>
                <a:spcPts val="200"/>
              </a:spcAft>
            </a:pPr>
            <a:r>
              <a:rPr sz="1300">
                <a:solidFill>
                  <a:srgbClr val="E69A6B"/>
                </a:solidFill>
                <a:latin typeface="Consolas"/>
              </a:rPr>
              <a:t>_li._get_modified_max_tokens_func = _passthrough_max_tokens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•  config.yaml:  litellm_settings -&gt; callbacks: ["litellm_patch"]   (הקובץ חייב להיות ב-PYTHONPATH של ה-proxy)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מטריצת החלטה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השוואת הפתרונות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737360"/>
                <a:gridCol w="2468880"/>
                <a:gridCol w="2377440"/>
              </a:tblGrid>
              <a:tr h="754380">
                <a:tc>
                  <a:txBody>
                    <a:bodyPr/>
                    <a:lstStyle/>
                    <a:p>
                      <a:pPr algn="r" rtl="1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פתרון</a:t>
                      </a:r>
                    </a:p>
                  </a:txBody>
                  <a:tcPr marL="91440" marR="9144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מאמץ</a:t>
                      </a:r>
                    </a:p>
                  </a:txBody>
                  <a:tcPr marL="91440" marR="9144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סיכון</a:t>
                      </a:r>
                    </a:p>
                  </a:txBody>
                  <a:tcPr marL="91440" marR="9144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היקף</a:t>
                      </a:r>
                    </a:p>
                  </a:txBody>
                  <a:tcPr marL="91440" marR="9144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קביעות</a:t>
                      </a:r>
                    </a:p>
                  </a:txBody>
                  <a:tcPr marL="91440" marR="91440" anchor="ctr">
                    <a:solidFill>
                      <a:srgbClr val="1B2A4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22262C"/>
                          </a:solidFill>
                          <a:latin typeface="Arial"/>
                        </a:rPr>
                        <a:t>א. תיקון רישום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לכל deployment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תלוי במשמעת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22262C"/>
                          </a:solidFill>
                          <a:latin typeface="Arial"/>
                        </a:rPr>
                        <a:t>ב. תיקון upstream</a:t>
                      </a:r>
                    </a:p>
                  </a:txBody>
                  <a:tcPr marL="91440" marR="9144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1440" marR="9144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1440" marR="9144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גלובלי ונכון</a:t>
                      </a:r>
                    </a:p>
                  </a:txBody>
                  <a:tcPr marL="91440" marR="9144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גבוהה; מסיים את ה-fork</a:t>
                      </a:r>
                    </a:p>
                  </a:txBody>
                  <a:tcPr marL="91440" marR="91440" anchor="ctr">
                    <a:solidFill>
                      <a:srgbClr val="EAE5D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22262C"/>
                          </a:solidFill>
                          <a:latin typeface="Arial"/>
                        </a:rPr>
                        <a:t>ג. MONKEY PATCH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נמוך מאוד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גלובלי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22262C"/>
                          </a:solidFill>
                          <a:latin typeface="Arial"/>
                        </a:rPr>
                        <a:t>פתרון ביניים מיידי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B66"/>
                </a:solidFill>
                <a:latin typeface="Arial"/>
              </a:rPr>
              <a:t>הפתרונות משלימים, לא חלופיים: ג' מגן על הפרודקשן עכשיו, א' מחזק את הקונפיגורציה ומשפר ניתוב ועלויות, ב' מתקן לכולם ומאפשר לנו לוותר על ה-fork.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המלצה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מסלול מומלץ: הטמעה שכבתית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מיידי: להטמיע את פתרון ג' (MONKEY PATCH) כדי לעצור את הקטיעה בפרודקשן היום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במקביל: ליישם את פתרון א'; לתקן model_info ל-deployments שלנו, במיוחד לקונפיגורציה של 200,000 טוקנים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בטווח הקרוב: למזג את פתרון ב' ל-upstream כדי שהתיקון יהיה קבוע ונסיר את ה-patch הפרטי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לאמת בהוכחה חיה: להריץ proxy עם deployment של קלט=פלט, לשלוח max_tokens גדול, ולוודא שה-payload לספק נושא את הערך ללא שינוי  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צעדים הבאים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פריטי פעולה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להחיל את ה-MONKEY PATCH על קונפיגורציית הפרודקשן; לוודא ש-MODIFYING MAX TOKENS כבר לא מופיע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לבדוק את כל רשומות model_info לאיתור שוויון קלט/פלט ולתקן אותן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לפתוח Pull Request ל-upstream מענף ה-fork עם התיקון המותנה ובדיקות הרגרסיה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להוסיף ניטור שמתריע אם שיעור finish_reason: "length" עולה שוב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להחליט אם להשאיר את modify_params פעיל (מומלץ, כדי לשמר את תיקוני ההודעות של Anthropic)  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0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4A2B"/>
                </a:solidFill>
                <a:latin typeface="Arial"/>
              </a:rPr>
              <a:t>נספח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A4A"/>
                </a:solidFill>
                <a:latin typeface="Arial"/>
              </a:rPr>
              <a:t>מקורות טכניים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קובץ: litellm/litellm_core_utils/token_counter.py, פונקציה get_modified_max_tokens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שער ה-wrapper: litellm/utils.py, בלוקים של CHECK MAX TOKENS, מותנה ב-modify_params ובסוג הקריאה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נקודת ה-patch: litellm/_lazy_imports.py, המשתנה _get_modified_max_tokens_func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גרסה שנבדקה: 1.88.1; התיקון והבדיקות מוחלים נקי על ה-fork שלנו  •</a:t>
            </a:r>
          </a:p>
          <a:p>
            <a:pPr algn="r" rtl="1"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22262C"/>
                </a:solidFill>
                <a:latin typeface="Arial"/>
              </a:rPr>
              <a:t>מתג אבחון: litellm_settings: log_raw_request_response: true  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